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Customer Segmentation Using K-Means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Prepared by: Mishab Muthalib</a:t>
            </a:r>
          </a:p>
          <a:p>
            <a:r>
              <a:t>Company: Zaalima Development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• Identify customer groups</a:t>
            </a:r>
          </a:p>
          <a:p>
            <a:pPr>
              <a:defRPr sz="2000"/>
            </a:pPr>
            <a:r>
              <a:t>• Analyze spending &amp; behavior</a:t>
            </a:r>
          </a:p>
          <a:p>
            <a:pPr>
              <a:defRPr sz="2000"/>
            </a:pPr>
            <a:r>
              <a:t>• Support targeted marketing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Mishab Muthalib | Zaalima Development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• 2,240 customers</a:t>
            </a:r>
          </a:p>
          <a:p>
            <a:pPr>
              <a:defRPr sz="2000"/>
            </a:pPr>
            <a:r>
              <a:t>• 29 attributes</a:t>
            </a:r>
          </a:p>
          <a:p>
            <a:pPr>
              <a:defRPr sz="2000"/>
            </a:pPr>
            <a:r>
              <a:t>• Includes demographics, spending, behavior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Mishab Muthalib | Zaalima Development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• Age, Total Spend, Family Size</a:t>
            </a:r>
          </a:p>
          <a:p>
            <a:pPr>
              <a:defRPr sz="2000"/>
            </a:pPr>
            <a:r>
              <a:t>• Total Purchases, Customer_For_Days</a:t>
            </a:r>
          </a:p>
          <a:p>
            <a:pPr>
              <a:defRPr sz="2000"/>
            </a:pPr>
            <a:r>
              <a:t>• Log transforms</a:t>
            </a:r>
          </a:p>
          <a:p>
            <a:pPr>
              <a:defRPr sz="2000"/>
            </a:pPr>
            <a:r>
              <a:t>• Standard scaling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Mishab Muthalib | Zaalima Development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Clustering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• K-Means tested for k = 2–10</a:t>
            </a:r>
          </a:p>
          <a:p>
            <a:pPr>
              <a:defRPr sz="2000"/>
            </a:pPr>
            <a:r>
              <a:t>• Best k = 2 (Silhouette Score)</a:t>
            </a:r>
          </a:p>
          <a:p>
            <a:pPr>
              <a:defRPr sz="2000"/>
            </a:pPr>
            <a:r>
              <a:t>• PCA visualization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Mishab Muthalib | Zaalima Development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/>
            </a:pPr>
            <a:r>
              <a:t>Elbow Method Plot</a:t>
            </a:r>
          </a:p>
        </p:txBody>
      </p:sp>
      <p:pic>
        <p:nvPicPr>
          <p:cNvPr id="4" name="Picture 3" descr="elbow_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7315200" cy="480156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400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Mishab Muthalib | Zaalima Development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/>
            </a:pPr>
            <a:r>
              <a:t>Silhouette Score Plot</a:t>
            </a:r>
          </a:p>
        </p:txBody>
      </p:sp>
      <p:pic>
        <p:nvPicPr>
          <p:cNvPr id="4" name="Picture 3" descr="silhouette_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7315200" cy="489073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400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Mishab Muthalib | Zaalima Development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/>
            </a:pPr>
            <a:r>
              <a:t>PCA Cluster Visualization</a:t>
            </a:r>
          </a:p>
        </p:txBody>
      </p:sp>
      <p:pic>
        <p:nvPicPr>
          <p:cNvPr id="4" name="Picture 3" descr="pca_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7315200" cy="496881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400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Mishab Muthalib | Zaalima Development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Cluster 0 — Value-Conscious Shoppers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• Lower income &amp; low spending</a:t>
            </a:r>
          </a:p>
          <a:p>
            <a:pPr>
              <a:defRPr sz="2000"/>
            </a:pPr>
            <a:r>
              <a:t>• Larger families</a:t>
            </a:r>
          </a:p>
          <a:p>
            <a:pPr>
              <a:defRPr sz="2000"/>
            </a:pPr>
            <a:r>
              <a:t>• Low frequency purchases</a:t>
            </a:r>
          </a:p>
          <a:p>
            <a:pPr>
              <a:defRPr sz="2000"/>
            </a:pPr>
            <a:r>
              <a:t>• Strategy: Discounts, bundles, reactivation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Mishab Muthalib | Zaalima Development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Cluster 1 — Premium Spenders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• High income &amp; very high spending</a:t>
            </a:r>
          </a:p>
          <a:p>
            <a:pPr>
              <a:defRPr sz="2000"/>
            </a:pPr>
            <a:r>
              <a:t>• Frequent buyers</a:t>
            </a:r>
          </a:p>
          <a:p>
            <a:pPr>
              <a:defRPr sz="2000"/>
            </a:pPr>
            <a:r>
              <a:t>• Premium product preference</a:t>
            </a:r>
          </a:p>
          <a:p>
            <a:pPr>
              <a:defRPr sz="2000"/>
            </a:pPr>
            <a:r>
              <a:t>• Strategy: VIP loyalty, exclusive events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Mishab Muthalib | Zaalima Development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• Focus premium offers on Cluster 1</a:t>
            </a:r>
          </a:p>
          <a:p>
            <a:pPr>
              <a:defRPr sz="2000"/>
            </a:pPr>
            <a:r>
              <a:t>• Boost Cluster 0 engagement</a:t>
            </a:r>
          </a:p>
          <a:p>
            <a:pPr>
              <a:defRPr sz="2000"/>
            </a:pPr>
            <a:r>
              <a:t>• Personalized marketing for both clusters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Mishab Muthalib | Zaalima Development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• Two distinct customer segments identified</a:t>
            </a:r>
          </a:p>
          <a:p>
            <a:pPr>
              <a:defRPr sz="2000"/>
            </a:pPr>
            <a:r>
              <a:t>• Enables targeted marketing</a:t>
            </a:r>
          </a:p>
          <a:p>
            <a:pPr>
              <a:defRPr sz="2000"/>
            </a:pPr>
            <a:r>
              <a:t>• Supports business growth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Mishab Muthalib | Zaalima Development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